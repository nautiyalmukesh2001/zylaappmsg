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🎉 2025 Year-End Health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 Mukesh 👋</a:t>
            </a:r>
          </a:p>
          <a:p>
            <a:r>
              <a:t>Your health progress with Zyla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📍 Vitals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BP: 140/90 → 130/85</a:t>
            </a:r>
          </a:p>
          <a:p>
            <a:r>
              <a:t>Weight: 82 kg → 76 kg</a:t>
            </a:r>
          </a:p>
          <a:p>
            <a:r>
              <a:t>FBS: 145 → 110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🧪 Lab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HbA1c: 8.1 → 6.9</a:t>
            </a:r>
          </a:p>
          <a:p>
            <a:r>
              <a:t>Cholesterol: 210 → 180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Activity &amp; Consultations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Steps (2025): 4,85,000 🚶</a:t>
            </a:r>
          </a:p>
          <a:p>
            <a:r>
              <a:t>Consultations: 18</a:t>
            </a:r>
          </a:p>
          <a:p>
            <a:r>
              <a:t>Total Time: 920 minutes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